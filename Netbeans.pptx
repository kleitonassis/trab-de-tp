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59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84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47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6407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338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8792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9914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806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623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1820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17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7612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5382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799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82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89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541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77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E1C1E-08BC-45D5-9C12-E2BC0F7D9B3B}" type="datetimeFigureOut">
              <a:rPr lang="pt-BR" smtClean="0"/>
              <a:t>06/03/2020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7816B-AEB5-495A-8378-727AE445F1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724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etbeans.org/about/history_pt_BR.html" TargetMode="External"/><Relationship Id="rId2" Type="http://schemas.openxmlformats.org/officeDocument/2006/relationships/hyperlink" Target="https://netbeans.org/features/index_pt_B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 err="1" smtClean="0">
                <a:latin typeface="BankGothic Lt BT" panose="020B0607020203060204" pitchFamily="34" charset="0"/>
              </a:rPr>
              <a:t>Netbeans</a:t>
            </a:r>
            <a:endParaRPr lang="pt-BR" dirty="0">
              <a:latin typeface="BankGothic Lt BT" panose="020B060702020306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>
                <a:latin typeface="BankGothic Md BT" panose="020B0807020203060204" pitchFamily="34" charset="0"/>
              </a:rPr>
              <a:t>Design Digital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757" y="1717041"/>
            <a:ext cx="2823530" cy="325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95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ide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IDE, ou Ambiente Integral de Desenvolvimento em tradução livre, é um software criado com a finalidade de facilitar a vida dos </a:t>
            </a:r>
            <a:r>
              <a:rPr lang="pt-BR" dirty="0" smtClean="0"/>
              <a:t>programadores, utilizado para desenvolver programas </a:t>
            </a:r>
            <a:r>
              <a:rPr lang="pt-BR" smtClean="0"/>
              <a:t>de </a:t>
            </a:r>
            <a:r>
              <a:rPr lang="pt-BR" smtClean="0"/>
              <a:t>computadores</a:t>
            </a:r>
            <a:r>
              <a:rPr lang="pt-BR" dirty="0" smtClean="0"/>
              <a:t>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83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</a:t>
            </a:r>
            <a:r>
              <a:rPr lang="pt-BR" dirty="0" err="1" smtClean="0"/>
              <a:t>netbeans</a:t>
            </a:r>
            <a:r>
              <a:rPr lang="pt-BR" dirty="0" smtClean="0"/>
              <a:t>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NetBeans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é um ambiente de desenvolvimento integrado (IDE) Java desenvolvido pela empresa Sun Microsystems.</a:t>
            </a:r>
          </a:p>
        </p:txBody>
      </p:sp>
    </p:spTree>
    <p:extLst>
      <p:ext uri="{BB962C8B-B14F-4D97-AF65-F5344CB8AC3E}">
        <p14:creationId xmlns:p14="http://schemas.microsoft.com/office/powerpoint/2010/main" val="397805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Finalidade do </a:t>
            </a:r>
            <a:r>
              <a:rPr lang="pt-BR" dirty="0" err="1" smtClean="0"/>
              <a:t>netbeans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objetivo era escrever um Java IDE similar ao Delphi no Java.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Xelfi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foi o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primeiro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Java IDE (Ambiente Integrado de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Desenvovimento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 escrito em Java, com sua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pré-versões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em 1997.</a:t>
            </a:r>
          </a:p>
        </p:txBody>
      </p:sp>
    </p:spTree>
    <p:extLst>
      <p:ext uri="{BB962C8B-B14F-4D97-AF65-F5344CB8AC3E}">
        <p14:creationId xmlns:p14="http://schemas.microsoft.com/office/powerpoint/2010/main" val="195996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Quem é o criador do </a:t>
            </a:r>
            <a:r>
              <a:rPr lang="pt-BR" dirty="0" err="1" smtClean="0"/>
              <a:t>netbeans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Dois estudantes da universidade de Charles, em Praga. Como um projeto estudantil (</a:t>
            </a:r>
            <a:r>
              <a:rPr lang="pt-BR" dirty="0"/>
              <a:t>originalmente denominado </a:t>
            </a:r>
            <a:r>
              <a:rPr lang="pt-BR" dirty="0" err="1"/>
              <a:t>Xelfi</a:t>
            </a:r>
            <a:r>
              <a:rPr lang="pt-BR" dirty="0"/>
              <a:t>) na República Tcheca em </a:t>
            </a:r>
            <a:r>
              <a:rPr lang="pt-BR" dirty="0" smtClean="0"/>
              <a:t>1996. </a:t>
            </a:r>
            <a:r>
              <a:rPr lang="pt-BR" dirty="0"/>
              <a:t>O objetivo era escrever um Java IDE similar ao Delphi no Java. O </a:t>
            </a:r>
            <a:r>
              <a:rPr lang="pt-BR" dirty="0" err="1"/>
              <a:t>Xelfi</a:t>
            </a:r>
            <a:r>
              <a:rPr lang="pt-BR" dirty="0"/>
              <a:t> foi o </a:t>
            </a:r>
            <a:r>
              <a:rPr lang="pt-BR" dirty="0" err="1"/>
              <a:t>promeiro</a:t>
            </a:r>
            <a:r>
              <a:rPr lang="pt-BR" dirty="0"/>
              <a:t> Java IDE (Ambiente Integrado de </a:t>
            </a:r>
            <a:r>
              <a:rPr lang="pt-BR" dirty="0" err="1"/>
              <a:t>Desenvovimento</a:t>
            </a:r>
            <a:r>
              <a:rPr lang="pt-BR" dirty="0"/>
              <a:t>) escrito em Java, com sua </a:t>
            </a:r>
            <a:r>
              <a:rPr lang="pt-BR" dirty="0" err="1"/>
              <a:t>pré-versões</a:t>
            </a:r>
            <a:r>
              <a:rPr lang="pt-BR" dirty="0"/>
              <a:t> em 1997.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174" y="4754881"/>
            <a:ext cx="3987344" cy="147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80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Aplicações do </a:t>
            </a:r>
            <a:r>
              <a:rPr lang="pt-BR" dirty="0" err="1" smtClean="0"/>
              <a:t>netbeans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IDE oferece modelos de projeto e projetos de exemplo que o ajudam a criar aplicações em Java SE, Java EE, Java ME, HTML5, Plataforma </a:t>
            </a:r>
            <a:r>
              <a:rPr lang="pt-BR" dirty="0" err="1"/>
              <a:t>NetBeans</a:t>
            </a:r>
            <a:r>
              <a:rPr lang="pt-BR" dirty="0"/>
              <a:t>, PHP e C/C++.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970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Concluímos que o </a:t>
            </a:r>
            <a:r>
              <a:rPr lang="pt-BR" dirty="0" err="1" smtClean="0"/>
              <a:t>netbeans</a:t>
            </a:r>
            <a:r>
              <a:rPr lang="pt-BR" dirty="0" smtClean="0"/>
              <a:t> é um programa para a criações de outros programas em </a:t>
            </a:r>
            <a:r>
              <a:rPr lang="pt-BR" dirty="0" err="1" smtClean="0"/>
              <a:t>java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911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netbeans.org/features/index_pt_BR.html</a:t>
            </a:r>
            <a:endParaRPr lang="pt-BR" dirty="0" smtClean="0"/>
          </a:p>
          <a:p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netbeans.org/about/history_pt_BR.html</a:t>
            </a:r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193" y="4049582"/>
            <a:ext cx="4188311" cy="235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49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Personalizada 1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7F7F7F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128</TotalTime>
  <Words>232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BankGothic Lt BT</vt:lpstr>
      <vt:lpstr>BankGothic Md BT</vt:lpstr>
      <vt:lpstr>Trebuchet MS</vt:lpstr>
      <vt:lpstr>Tw Cen MT</vt:lpstr>
      <vt:lpstr>Circuito</vt:lpstr>
      <vt:lpstr>Netbeans</vt:lpstr>
      <vt:lpstr>O QUE É ide?</vt:lpstr>
      <vt:lpstr>O que é netbeans?</vt:lpstr>
      <vt:lpstr>Finalidade do netbeans</vt:lpstr>
      <vt:lpstr>Quem é o criador do netbeans?</vt:lpstr>
      <vt:lpstr>Aplicações do netbeans</vt:lpstr>
      <vt:lpstr>Conclusão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Netbeans</dc:title>
  <dc:creator>aluno</dc:creator>
  <cp:lastModifiedBy>aluno</cp:lastModifiedBy>
  <cp:revision>11</cp:revision>
  <dcterms:created xsi:type="dcterms:W3CDTF">2020-02-21T18:55:39Z</dcterms:created>
  <dcterms:modified xsi:type="dcterms:W3CDTF">2020-03-06T16:38:01Z</dcterms:modified>
</cp:coreProperties>
</file>